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BUZZ TALKS</a:t>
            </a:r>
          </a:p>
          <a:p>
            <a:pPr>
              <a:spcBef>
                <a:spcPts val="1000"/>
              </a:spcBef>
              <a:defRPr sz="2400" b="1">
                <a:solidFill>
                  <a:srgbClr val="F8FAFC"/>
                </a:solidFill>
              </a:defRPr>
            </a:pPr>
            <a:r>
              <a:t>Real-Time Chat Web Application Architecture &amp; Technology Overview</a:t>
            </a:r>
          </a:p>
          <a:p>
            <a:pPr>
              <a:spcBef>
                <a:spcPts val="2000"/>
              </a:spcBef>
              <a:defRPr sz="1400">
                <a:solidFill>
                  <a:srgbClr val="0EA5E9"/>
                </a:solidFill>
              </a:defRPr>
            </a:pPr>
            <a:r>
              <a:t>Modern React 18 • Vite 5 • Supabase Real-Time Backend • Tailwind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BUZZ TALKS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System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OVERVIEW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What is Buzz Talks?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 full-featured, high-performance real-time instant messaging web application.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Enables secure user authentication, personal profiles, avatar customization, and dynamic chat rooms.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Delivers instant messaging with real-time push synchronization using WebSocket channels.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Engineered with a responsive, premium glassmorphism dark theme.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ARCHITECTURE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Key Architectural Highlights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Zero-lag rendering powered by React 18 &amp; SWC compiler.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Cloud-native database persistence powered by Supabase PostgreSQL.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100% Client-side single page application (SPA)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Standardized runtime stack built on pure JavaScript (ES6+) and JSX.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BUZZ TALKS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Technology Stack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CLIENT SIDE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Frontend Engine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React 18: Component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React Router v6: SPA navigation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TanStack Query v5: Async state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React Hook Form + Zod: Forms &amp;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DATA LAYER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Backend &amp; Database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Supabase BaaS: Cloud backend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PostgreSQL: Relational storage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Supabase Auth: Identity &amp; security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WebSockets: Real-time messaging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TOOLING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Build &amp; Tooling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Vite v5: Ultra-fast dev server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SWC Compiler: Rapid compilation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Tailwind CSS v3: Utility styling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Radix UI: Accessible primitives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BUZZ TALKS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Stack Component Analysis: What is Required?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REQUIRED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React 18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Requirement: MANDATORY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Serves as the foundation for all UI component structures.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Handles DOM updates, hook state, and reactive chat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DEV ENVIRONMENT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Node.js &amp; npm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Requirement: DEVELOPMENT ONLY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Powers local dev server (npm run dev) &amp; package management.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Bundles assets into static HTML/JS/CSS for browsers.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NOT USED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JDBC (Java)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Requirement: NOT NEEDED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Java Database Connectivity is completely unneeded.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Supabase JS SDK connects directly to PostgreSQL via REST/WebSockets.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BUZZ TALKS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Refactoring: TS to Pure JS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REFACTORING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Migration Motivations &amp; Actions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Converted 60+ source files from .ts/.tsx to .js/.jsx.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Stripped build-time type interface boilerplate and annotations.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Removed tsconfig.json, tsconfig.app.json, &amp; tsconfig.node.json.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Cleaned up package.json dependencies (removed typescript, @types/*).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VERIFICATION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Impact &amp; Verification Results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loss of runtime functionality or UI features.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Streamlined developer environment and faster dev server cold starts.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Verified via production build: 1,813 modules transformed cleanly in 5.67s.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Maintained 100% build health with zero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BUZZ TALKS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Operations &amp;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DEVELOPER WORKFLOW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Local Development Commands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1. Install dependencies: npm install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2. Start dev server: npm run dev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3. Preview application locally on http://localhost:8080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4. Code linting execution: npm run lint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</a:defRPr>
            </a:pPr>
            <a:r>
              <a:t>PRODUCTION DEPLOYMENT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Production Packaging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1. Trigger Vite bundle: npm run build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2. Minified HTML, CSS, &amp; JS output generated in /dist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3. Test production build locally: npm run preview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4. Ready for zero-config deployment on Vercel, Netlify, or AWS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